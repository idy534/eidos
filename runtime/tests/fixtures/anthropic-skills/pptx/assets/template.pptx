
<file path=[Content_Types].xml><?xml version="1.0" encoding="utf-8"?>
<Types xmlns="http://schemas.openxmlformats.org/package/2006/content-types"/>
</file>

<file path=ppt/presentation.xml><?xml version="1.0" encoding="utf-8"?>
<presentation xmlns="http://schemas.openxmlformats.org/presentationml/2006/main"/>
</file>